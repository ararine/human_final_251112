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7" r:id="rId4"/>
    <p:sldId id="270" r:id="rId5"/>
    <p:sldId id="258" r:id="rId6"/>
    <p:sldId id="262" r:id="rId7"/>
    <p:sldId id="263" r:id="rId8"/>
    <p:sldId id="264" r:id="rId9"/>
    <p:sldId id="272" r:id="rId10"/>
    <p:sldId id="273" r:id="rId11"/>
    <p:sldId id="274" r:id="rId12"/>
    <p:sldId id="275" r:id="rId13"/>
    <p:sldId id="276" r:id="rId14"/>
    <p:sldId id="277" r:id="rId15"/>
    <p:sldId id="267" r:id="rId16"/>
    <p:sldId id="268" r:id="rId17"/>
    <p:sldId id="269" r:id="rId18"/>
    <p:sldId id="261" r:id="rId19"/>
    <p:sldId id="259" r:id="rId20"/>
    <p:sldId id="26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65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1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70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5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24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6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38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05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69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9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C31B6-9123-42DA-ADF9-C64D0361D8FF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91701-301C-4B53-A769-72699D9CB5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67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8237" y="662678"/>
            <a:ext cx="483497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회의 주제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각 페이지에 들어갈 상세 내용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현재 서비스 계획에서 누락된 기능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회원의 운동 등급 측정 및 조회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불필요해보이는 기능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푸시 기능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메일 보내는게 의미가 </a:t>
            </a:r>
            <a:r>
              <a:rPr lang="ko-KR" altLang="en-US" dirty="0" err="1" smtClean="0"/>
              <a:t>없어보임</a:t>
            </a:r>
            <a:r>
              <a:rPr lang="en-US" altLang="ko-KR" dirty="0" smtClean="0"/>
              <a:t>)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6321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379" y="194497"/>
            <a:ext cx="8328463" cy="64025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4159" y="3024815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홈</a:t>
            </a:r>
            <a:r>
              <a:rPr lang="ko-KR" altLang="en-US" dirty="0" smtClean="0"/>
              <a:t>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869812" y="5039543"/>
            <a:ext cx="205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Footer </a:t>
            </a:r>
            <a:r>
              <a:rPr lang="ko-KR" altLang="en-US" dirty="0" smtClean="0"/>
              <a:t>뭐 담을지</a:t>
            </a:r>
            <a:r>
              <a:rPr lang="en-US" altLang="ko-KR" dirty="0" smtClean="0"/>
              <a:t>?</a:t>
            </a:r>
            <a:endParaRPr lang="en-US" altLang="ko-KR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748237" y="662678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헤더 목록 그대로 갈지</a:t>
            </a:r>
            <a:r>
              <a:rPr lang="en-US" altLang="ko-KR" dirty="0" smtClean="0"/>
              <a:t>?</a:t>
            </a:r>
            <a:endParaRPr lang="en-US" altLang="ko-KR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7444212" y="103201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구독 표시는 어디에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19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1931769" y="227748"/>
            <a:ext cx="8328463" cy="6402505"/>
            <a:chOff x="1931769" y="227748"/>
            <a:chExt cx="8328463" cy="640250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79561" y="2505670"/>
            <a:ext cx="35012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운동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err="1" smtClean="0"/>
              <a:t>어떤거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보여져야되고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보여지는 방식은 </a:t>
            </a:r>
            <a:r>
              <a:rPr lang="ko-KR" altLang="en-US" dirty="0" err="1" smtClean="0"/>
              <a:t>모달로한다</a:t>
            </a:r>
            <a:r>
              <a:rPr lang="ko-KR" altLang="en-US" dirty="0"/>
              <a:t> </a:t>
            </a:r>
            <a:r>
              <a:rPr lang="en-US" altLang="ko-KR" dirty="0" smtClean="0"/>
              <a:t>or </a:t>
            </a:r>
          </a:p>
          <a:p>
            <a:pPr algn="ctr"/>
            <a:r>
              <a:rPr lang="en-US" altLang="ko-KR" dirty="0" smtClean="0"/>
              <a:t>~~</a:t>
            </a:r>
            <a:r>
              <a:rPr lang="ko-KR" altLang="en-US" dirty="0" smtClean="0"/>
              <a:t>로 한다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776407" y="1494814"/>
            <a:ext cx="2762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사용자 상세 정보는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방식으로 수집할지</a:t>
            </a:r>
            <a:r>
              <a:rPr lang="en-US" altLang="ko-KR" dirty="0" smtClean="0"/>
              <a:t>?</a:t>
            </a:r>
          </a:p>
          <a:p>
            <a:pPr algn="ctr"/>
            <a:r>
              <a:rPr lang="en-US" altLang="ko-KR" dirty="0" smtClean="0"/>
              <a:t>Modal</a:t>
            </a:r>
            <a:r>
              <a:rPr lang="ko-KR" altLang="en-US" dirty="0" smtClean="0"/>
              <a:t>창</a:t>
            </a:r>
            <a:r>
              <a:rPr lang="en-US" altLang="ko-KR" dirty="0" smtClean="0"/>
              <a:t>?</a:t>
            </a:r>
            <a:endParaRPr lang="en-US" altLang="ko-KR" dirty="0"/>
          </a:p>
          <a:p>
            <a:pPr algn="ctr"/>
            <a:r>
              <a:rPr lang="ko-KR" altLang="en-US" dirty="0" smtClean="0"/>
              <a:t>주기는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570" y="3152372"/>
            <a:ext cx="3797323" cy="19017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915" y="2924155"/>
            <a:ext cx="17331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시간 입력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운동 목록 추천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영상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ko-KR" altLang="en-US" dirty="0" smtClean="0"/>
              <a:t>끝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1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69" y="227748"/>
            <a:ext cx="8328463" cy="6402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9882" y="2505670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식단</a:t>
            </a:r>
            <a:r>
              <a:rPr lang="ko-KR" altLang="en-US" dirty="0" smtClean="0"/>
              <a:t>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84416" y="1342505"/>
            <a:ext cx="2358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음식 사진 업로드 시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칼로리 추정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5916" y="2924155"/>
            <a:ext cx="17331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기간 입력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식단 </a:t>
            </a:r>
            <a:r>
              <a:rPr lang="ko-KR" altLang="en-US" dirty="0" smtClean="0"/>
              <a:t>목록 </a:t>
            </a:r>
            <a:r>
              <a:rPr lang="ko-KR" altLang="en-US" dirty="0" smtClean="0"/>
              <a:t>추천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끝</a:t>
            </a:r>
            <a:r>
              <a:rPr lang="en-US" altLang="ko-KR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173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69" y="227748"/>
            <a:ext cx="8328463" cy="64025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49234" y="3244334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커뮤니티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정도면 될지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8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69" y="227748"/>
            <a:ext cx="8328463" cy="64025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12490" y="3489868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구성 목록은 </a:t>
            </a:r>
            <a:r>
              <a:rPr lang="ko-KR" altLang="en-US" dirty="0" err="1" smtClean="0"/>
              <a:t>이정도면</a:t>
            </a:r>
            <a:r>
              <a:rPr lang="ko-KR" altLang="en-US" dirty="0" smtClean="0"/>
              <a:t> 될지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762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35" y="518771"/>
            <a:ext cx="7571330" cy="58204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1574" y="3489868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Q&amp;A </a:t>
            </a:r>
            <a:r>
              <a:rPr lang="ko-KR" altLang="en-US" dirty="0" smtClean="0"/>
              <a:t>어떤 내용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446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65" y="518771"/>
            <a:ext cx="7571330" cy="58204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78" y="1597859"/>
            <a:ext cx="3058107" cy="437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19260" y="937521"/>
            <a:ext cx="2276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사용자 상세 정보는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어디서 조회할지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63530" y="2166328"/>
            <a:ext cx="1988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구독 정보는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어디서 조회할지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394369" y="3531092"/>
            <a:ext cx="1526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출석 조회는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어디서 할지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089439" y="4568397"/>
            <a:ext cx="2136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ROM </a:t>
            </a:r>
            <a:r>
              <a:rPr lang="ko-KR" altLang="en-US" dirty="0" smtClean="0"/>
              <a:t>이력 조회는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359075" y="5328703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식단 인증은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어디에 넣을지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976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67" y="783337"/>
            <a:ext cx="6883027" cy="52913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796" y="783337"/>
            <a:ext cx="6883027" cy="52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487" y="783337"/>
            <a:ext cx="6883027" cy="52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86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35" y="518771"/>
            <a:ext cx="7571330" cy="58204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30129" y="3180821"/>
            <a:ext cx="196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신고 </a:t>
            </a:r>
            <a:r>
              <a:rPr lang="ko-KR" altLang="en-US" dirty="0" err="1" smtClean="0"/>
              <a:t>게시글</a:t>
            </a:r>
            <a:r>
              <a:rPr lang="ko-KR" altLang="en-US" dirty="0" smtClean="0"/>
              <a:t> 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81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09" y="1552313"/>
            <a:ext cx="4658375" cy="37533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950" y="1614234"/>
            <a:ext cx="4182059" cy="3629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98888" y="5475133"/>
            <a:ext cx="30748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식단으로는 뭐 </a:t>
            </a:r>
            <a:r>
              <a:rPr lang="ko-KR" altLang="en-US" dirty="0" err="1" smtClean="0"/>
              <a:t>뭐</a:t>
            </a:r>
            <a:r>
              <a:rPr lang="ko-KR" altLang="en-US" dirty="0" smtClean="0"/>
              <a:t> 입력할지</a:t>
            </a:r>
            <a:r>
              <a:rPr lang="en-US" altLang="ko-KR" dirty="0" smtClean="0"/>
              <a:t>?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영양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491808" y="5265750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운동으로 수집할 컬럼은 무엇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55078" y="5739575"/>
            <a:ext cx="2379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개수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예상시간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8636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35" y="518771"/>
            <a:ext cx="7571330" cy="58204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9929" y="1584605"/>
            <a:ext cx="2886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ROM </a:t>
            </a:r>
            <a:r>
              <a:rPr lang="ko-KR" altLang="en-US" dirty="0" smtClean="0"/>
              <a:t>은 어떻게 측정하고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어디서 어떻게 보여줄지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21039" y="4560561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측정 부위는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736502"/>
            <a:ext cx="39741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현재 계획은 측정 시작이라 구두로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입력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해당 관절의 측정 중 최대값을 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ROM</a:t>
            </a:r>
            <a:r>
              <a:rPr lang="ko-KR" altLang="en-US" dirty="0" smtClean="0"/>
              <a:t>으로 제시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측정 </a:t>
            </a:r>
            <a:r>
              <a:rPr lang="ko-KR" altLang="en-US" dirty="0" err="1" smtClean="0"/>
              <a:t>종료라고</a:t>
            </a:r>
            <a:r>
              <a:rPr lang="ko-KR" altLang="en-US" dirty="0" smtClean="0"/>
              <a:t> 구두로 입력하여 종료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579396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06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3" y="142022"/>
            <a:ext cx="10045948" cy="657395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9484271" y="695929"/>
            <a:ext cx="2707729" cy="941647"/>
            <a:chOff x="11358724" y="247196"/>
            <a:chExt cx="2707729" cy="94164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700" y="247196"/>
              <a:ext cx="1009791" cy="29531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358724" y="542512"/>
              <a:ext cx="27077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Dropdown </a:t>
              </a:r>
              <a:r>
                <a:rPr lang="ko-KR" altLang="en-US" dirty="0" smtClean="0"/>
                <a:t>형태로 할지</a:t>
              </a:r>
              <a:r>
                <a:rPr lang="en-US" altLang="ko-KR" dirty="0" smtClean="0"/>
                <a:t>?</a:t>
              </a:r>
            </a:p>
            <a:p>
              <a:r>
                <a:rPr lang="ko-KR" altLang="en-US" dirty="0" smtClean="0"/>
                <a:t>링크로 할지</a:t>
              </a:r>
              <a:r>
                <a:rPr lang="en-US" altLang="ko-KR" dirty="0" smtClean="0"/>
                <a:t>?</a:t>
              </a:r>
              <a:endParaRPr lang="ko-KR" alt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042639" y="3058066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/>
              <a:t>홈</a:t>
            </a:r>
            <a:r>
              <a:rPr lang="ko-KR" altLang="en-US" smtClean="0"/>
              <a:t>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267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1264"/>
          <a:stretch/>
        </p:blipFill>
        <p:spPr>
          <a:xfrm>
            <a:off x="1228720" y="90847"/>
            <a:ext cx="9887805" cy="6676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00973" y="2592399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운동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6782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247" y="138086"/>
            <a:ext cx="9825504" cy="65818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51772" y="2761733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식단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8719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53" y="149896"/>
            <a:ext cx="7991095" cy="6558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0138" y="2967335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개인정보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824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90" y="326323"/>
            <a:ext cx="8875018" cy="6205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51772" y="2761733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커뮤니티 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8052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595" y="413642"/>
            <a:ext cx="7636810" cy="60307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398" y="1025154"/>
            <a:ext cx="2485525" cy="4990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775" y="2371035"/>
            <a:ext cx="3050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mtClean="0"/>
              <a:t>로그인 및 회원가입 </a:t>
            </a:r>
            <a:r>
              <a:rPr lang="ko-KR" altLang="en-US" dirty="0" smtClean="0"/>
              <a:t>탭에는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디테일하게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어떤 내용을 담을지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58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249</Words>
  <Application>Microsoft Office PowerPoint</Application>
  <PresentationFormat>와이드스크린</PresentationFormat>
  <Paragraphs>91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12</cp:revision>
  <dcterms:created xsi:type="dcterms:W3CDTF">2025-11-17T00:48:58Z</dcterms:created>
  <dcterms:modified xsi:type="dcterms:W3CDTF">2025-11-25T01:10:32Z</dcterms:modified>
</cp:coreProperties>
</file>
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6" r:id="rId7"/>
    <p:sldId id="263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82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01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3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57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71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339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439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378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7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039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55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B4C16-6B55-469E-A3AB-F79CF682020E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4EE31-C256-4356-B8AE-A42E4396F7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503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fa.kspo.or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Z4xuuFnZiU&amp;t=1s" TargetMode="External"/><Relationship Id="rId2" Type="http://schemas.openxmlformats.org/officeDocument/2006/relationships/hyperlink" Target="https://www.youtube.com/watch?v=xFtWEPFp5wM&amp;t=43s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www.youtube.com/watch?v=ydKH9ybDUZ4&amp;t=1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766484"/>
            <a:ext cx="10848693" cy="2916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7399" y="52832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경로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https://nfa.kspo.or.kr</a:t>
            </a:r>
            <a:r>
              <a:rPr lang="en-US" altLang="ko-KR" dirty="0" smtClean="0"/>
              <a:t> &gt; </a:t>
            </a:r>
            <a:r>
              <a:rPr lang="ko-KR" altLang="en-US" dirty="0" smtClean="0"/>
              <a:t>온라인 </a:t>
            </a:r>
            <a:r>
              <a:rPr lang="ko-KR" altLang="en-US" dirty="0" err="1" smtClean="0"/>
              <a:t>운동코칭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자가 체력측정하기 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85799" y="876300"/>
            <a:ext cx="2857501" cy="6604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692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28625"/>
            <a:ext cx="91059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4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642937"/>
            <a:ext cx="912495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0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507512"/>
            <a:ext cx="6943724" cy="614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9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7" y="1214437"/>
            <a:ext cx="808672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86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862" y="673100"/>
            <a:ext cx="5702300" cy="570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34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/>
          <p:cNvSpPr txBox="1">
            <a:spLocks/>
          </p:cNvSpPr>
          <p:nvPr/>
        </p:nvSpPr>
        <p:spPr>
          <a:xfrm>
            <a:off x="1092200" y="3767138"/>
            <a:ext cx="9144000" cy="13382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altLang="ko-KR" sz="1400" dirty="0" smtClean="0">
                <a:hlinkClick r:id="rId2"/>
              </a:rPr>
              <a:t>https://www.youtube.com/watch?v=xFtWEPFp5wM&amp;t=43s</a:t>
            </a:r>
            <a:r>
              <a:rPr lang="en-US" altLang="ko-KR" sz="1400" dirty="0" smtClean="0"/>
              <a:t> (</a:t>
            </a:r>
            <a:r>
              <a:rPr lang="ko-KR" altLang="en-US" sz="1400" dirty="0" smtClean="0"/>
              <a:t>국민체력 </a:t>
            </a:r>
            <a:r>
              <a:rPr lang="ko-KR" altLang="en-US" sz="1400" dirty="0" err="1" smtClean="0"/>
              <a:t>자가테스트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심폐지구력 영상</a:t>
            </a:r>
            <a:r>
              <a:rPr lang="en-US" altLang="ko-KR" sz="1400" dirty="0" smtClean="0"/>
              <a:t>)</a:t>
            </a:r>
          </a:p>
          <a:p>
            <a:pPr marL="285750" indent="-285750"/>
            <a:r>
              <a:rPr lang="en-US" altLang="ko-KR" sz="1400" dirty="0" smtClean="0">
                <a:hlinkClick r:id="rId3"/>
              </a:rPr>
              <a:t>https://www.youtube.com/watch?v=RZ4xuuFnZiU&amp;t=1s</a:t>
            </a:r>
            <a:r>
              <a:rPr lang="en-US" altLang="ko-KR" sz="1400" dirty="0" smtClean="0"/>
              <a:t> (</a:t>
            </a:r>
            <a:r>
              <a:rPr lang="ko-KR" altLang="en-US" sz="1400" dirty="0" smtClean="0"/>
              <a:t>근지구력테스트 </a:t>
            </a:r>
            <a:r>
              <a:rPr lang="en-US" altLang="ko-KR" sz="1400" dirty="0" smtClean="0"/>
              <a:t>– </a:t>
            </a:r>
            <a:r>
              <a:rPr lang="ko-KR" altLang="en-US" sz="1400" dirty="0" err="1" smtClean="0"/>
              <a:t>윗몸말아올리기</a:t>
            </a:r>
            <a:r>
              <a:rPr lang="en-US" altLang="ko-KR" sz="1400" dirty="0" smtClean="0"/>
              <a:t>)</a:t>
            </a:r>
          </a:p>
          <a:p>
            <a:pPr marL="285750" indent="-285750"/>
            <a:r>
              <a:rPr lang="en-US" altLang="ko-KR" sz="1400" dirty="0" smtClean="0">
                <a:hlinkClick r:id="rId4"/>
              </a:rPr>
              <a:t>https://www.youtube.com/watch?v=ydKH9ybDUZ4&amp;t=1s</a:t>
            </a:r>
            <a:r>
              <a:rPr lang="en-US" altLang="ko-KR" sz="1400" dirty="0" smtClean="0"/>
              <a:t> (</a:t>
            </a:r>
            <a:r>
              <a:rPr lang="ko-KR" altLang="en-US" sz="1400" dirty="0" smtClean="0"/>
              <a:t>우연성테스트</a:t>
            </a:r>
            <a:r>
              <a:rPr lang="en-US" altLang="ko-KR" sz="1400" dirty="0" smtClean="0"/>
              <a:t>)</a:t>
            </a:r>
          </a:p>
          <a:p>
            <a:pPr marL="285750" indent="-285750"/>
            <a:r>
              <a:rPr lang="ko-KR" altLang="en-US" sz="1400" dirty="0" smtClean="0"/>
              <a:t>출처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국민체력 </a:t>
            </a:r>
            <a:r>
              <a:rPr lang="en-US" altLang="ko-KR" sz="1400" dirty="0" smtClean="0"/>
              <a:t>100 -&gt; </a:t>
            </a:r>
            <a:r>
              <a:rPr lang="ko-KR" altLang="en-US" sz="1400" dirty="0" smtClean="0"/>
              <a:t>자가체력측정 능력 </a:t>
            </a:r>
            <a:endParaRPr lang="ko-KR" altLang="en-US" sz="1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1160185"/>
            <a:ext cx="7416800" cy="199390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934200" y="1308100"/>
            <a:ext cx="1993900" cy="184598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아래쪽 화살표 4"/>
          <p:cNvSpPr/>
          <p:nvPr/>
        </p:nvSpPr>
        <p:spPr>
          <a:xfrm>
            <a:off x="7620000" y="3289300"/>
            <a:ext cx="311150" cy="381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67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787" y="1155700"/>
            <a:ext cx="8572336" cy="459898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146300" y="3556001"/>
            <a:ext cx="8051800" cy="16764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747000" y="5754687"/>
            <a:ext cx="422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>
                <a:solidFill>
                  <a:srgbClr val="FF0000"/>
                </a:solidFill>
              </a:rPr>
              <a:t>체크 포인트</a:t>
            </a:r>
            <a:r>
              <a:rPr lang="en-US" altLang="ko-KR" sz="1600" dirty="0" smtClean="0">
                <a:solidFill>
                  <a:srgbClr val="FF0000"/>
                </a:solidFill>
              </a:rPr>
              <a:t>: </a:t>
            </a:r>
            <a:r>
              <a:rPr lang="ko-KR" altLang="en-US" sz="1600" dirty="0" smtClean="0">
                <a:solidFill>
                  <a:srgbClr val="FF0000"/>
                </a:solidFill>
              </a:rPr>
              <a:t>평가결과 기준 찾아봐야 함</a:t>
            </a:r>
            <a:r>
              <a:rPr lang="en-US" altLang="ko-KR" sz="1600" dirty="0" smtClean="0">
                <a:solidFill>
                  <a:srgbClr val="FF0000"/>
                </a:solidFill>
              </a:rPr>
              <a:t>!!</a:t>
            </a:r>
          </a:p>
          <a:p>
            <a:r>
              <a:rPr lang="en-US" altLang="ko-KR" sz="1600" dirty="0" smtClean="0">
                <a:solidFill>
                  <a:srgbClr val="FF0000"/>
                </a:solidFill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</a:rPr>
              <a:t>(</a:t>
            </a:r>
            <a:r>
              <a:rPr lang="ko-KR" altLang="en-US" sz="1400" dirty="0" smtClean="0">
                <a:solidFill>
                  <a:srgbClr val="FF0000"/>
                </a:solidFill>
              </a:rPr>
              <a:t>국민체력 </a:t>
            </a:r>
            <a:r>
              <a:rPr lang="en-US" altLang="ko-KR" sz="1400" dirty="0" smtClean="0">
                <a:solidFill>
                  <a:srgbClr val="FF0000"/>
                </a:solidFill>
              </a:rPr>
              <a:t>100 </a:t>
            </a:r>
            <a:r>
              <a:rPr lang="ko-KR" altLang="en-US" sz="1400" dirty="0" smtClean="0">
                <a:solidFill>
                  <a:srgbClr val="FF0000"/>
                </a:solidFill>
              </a:rPr>
              <a:t>데이터에 있는지 여부 확인 필요</a:t>
            </a:r>
            <a:r>
              <a:rPr lang="en-US" altLang="ko-KR" sz="1400" dirty="0" smtClean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아래쪽 화살표 6"/>
          <p:cNvSpPr/>
          <p:nvPr/>
        </p:nvSpPr>
        <p:spPr>
          <a:xfrm>
            <a:off x="9055100" y="5372100"/>
            <a:ext cx="215900" cy="38258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705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60</Words>
  <Application>Microsoft Office PowerPoint</Application>
  <PresentationFormat>와이드스크린</PresentationFormat>
  <Paragraphs>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4</cp:revision>
  <dcterms:created xsi:type="dcterms:W3CDTF">2025-11-17T07:40:35Z</dcterms:created>
  <dcterms:modified xsi:type="dcterms:W3CDTF">2025-11-17T08:04:06Z</dcterms:modified>
</cp:coreProperties>
</file>
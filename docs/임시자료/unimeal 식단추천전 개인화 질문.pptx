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5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99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96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91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56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49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154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64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30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282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91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0091-D634-4568-81C0-29726CBF6935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ECC66-586D-4A5B-8C11-C539E8AC1D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90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747712"/>
            <a:ext cx="882967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28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3" y="588963"/>
            <a:ext cx="4586288" cy="556859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316" y="1473201"/>
            <a:ext cx="6155783" cy="3082924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>
            <a:off x="4241800" y="27432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6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9" y="352090"/>
            <a:ext cx="5267325" cy="57073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970" y="673100"/>
            <a:ext cx="3816979" cy="5245100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5732147" y="27051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4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43017"/>
            <a:ext cx="3486150" cy="517359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110" y="610775"/>
            <a:ext cx="3638289" cy="5305837"/>
          </a:xfrm>
          <a:prstGeom prst="rect">
            <a:avLst/>
          </a:prstGeom>
        </p:spPr>
      </p:pic>
      <p:sp>
        <p:nvSpPr>
          <p:cNvPr id="8" name="오른쪽 화살표 7"/>
          <p:cNvSpPr/>
          <p:nvPr/>
        </p:nvSpPr>
        <p:spPr>
          <a:xfrm>
            <a:off x="4889500" y="27686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941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433386"/>
            <a:ext cx="4865688" cy="53435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175" y="377824"/>
            <a:ext cx="4005150" cy="5848350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6307988" y="24003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417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67070"/>
            <a:ext cx="5297487" cy="409233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187" y="673100"/>
            <a:ext cx="5534025" cy="5562600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5729287" y="26543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270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25" y="495299"/>
            <a:ext cx="4051037" cy="57753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949" y="495299"/>
            <a:ext cx="3881825" cy="5935662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5810055" y="266303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581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13" y="419100"/>
            <a:ext cx="3867124" cy="566578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011" y="749300"/>
            <a:ext cx="5562514" cy="4668837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4637924" y="2851943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367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99" y="1498601"/>
            <a:ext cx="5353174" cy="358457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495" y="558800"/>
            <a:ext cx="4090042" cy="5994400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5988173" y="27559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630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987" y="1338263"/>
            <a:ext cx="5029943" cy="371633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69" y="1338263"/>
            <a:ext cx="4826318" cy="4029075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6003080" y="2796382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47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88" y="730250"/>
            <a:ext cx="3742294" cy="56705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21" y="517525"/>
            <a:ext cx="4258653" cy="6095999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5389351" y="29083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815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96" y="381000"/>
            <a:ext cx="3909954" cy="635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800" y="381000"/>
            <a:ext cx="3733800" cy="6081786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5537200" y="27559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21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82" y="406400"/>
            <a:ext cx="4415967" cy="6134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40" y="1016000"/>
            <a:ext cx="3735972" cy="5418137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5600700" y="24638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01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333375"/>
            <a:ext cx="5699125" cy="15496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2327108"/>
            <a:ext cx="4129087" cy="317834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082" y="727325"/>
            <a:ext cx="3827517" cy="5098800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>
            <a:off x="6397569" y="2781300"/>
            <a:ext cx="6477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234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3</cp:revision>
  <dcterms:created xsi:type="dcterms:W3CDTF">2025-11-17T06:54:32Z</dcterms:created>
  <dcterms:modified xsi:type="dcterms:W3CDTF">2025-11-17T07:05:38Z</dcterms:modified>
</cp:coreProperties>
</file>